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4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9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</a:t>
            </a:r>
            <a:r>
              <a:rPr lang="en-US" sz="1600" dirty="0">
                <a:solidFill>
                  <a:srgbClr val="FF0000"/>
                </a:solidFill>
              </a:rPr>
              <a:t>27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53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13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10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138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109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49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174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>
                    <a:solidFill>
                      <a:srgbClr val="FF0000"/>
                    </a:solidFill>
                  </a:rPr>
                  <a:t>109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49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214020" y="1772552"/>
            <a:ext cx="3084341" cy="27631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389336" y="2003678"/>
            <a:ext cx="690119" cy="2362185"/>
            <a:chOff x="5853253" y="1746270"/>
            <a:chExt cx="690119" cy="2362185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31" y="1753437"/>
              <a:ext cx="454841" cy="2292347"/>
              <a:chOff x="5427641" y="1844409"/>
              <a:chExt cx="455369" cy="2292433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3" y="3910080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53253" y="1746270"/>
              <a:ext cx="274434" cy="236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</p:txBody>
        </p:sp>
      </p:grpSp>
      <p:sp>
        <p:nvSpPr>
          <p:cNvPr id="3" name="Rectangle 9">
            <a:extLst>
              <a:ext uri="{FF2B5EF4-FFF2-40B4-BE49-F238E27FC236}">
                <a16:creationId xmlns:a16="http://schemas.microsoft.com/office/drawing/2014/main" id="{26EAF114-5547-64AC-D3EF-D120A99BC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2692" y="2699376"/>
            <a:ext cx="751884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dirty="0"/>
              <a:t>-&gt; 53 -&gt; 13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D7A141B-5F95-B08E-4ACF-811FF813B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1924" y="3617418"/>
            <a:ext cx="751884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dirty="0"/>
              <a:t>-&gt; 27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DE17054-B070-5890-3214-F9D5FA61F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0300" y="2036860"/>
            <a:ext cx="751884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dirty="0"/>
              <a:t>-&gt;10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B2CE899-A862-5747-197A-644AC6B09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0300" y="4073681"/>
            <a:ext cx="927156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dirty="0"/>
              <a:t>-&gt; 109 -&gt; 49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D0A87511-1D3A-DE91-7934-AF0AE677B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842" y="2924692"/>
            <a:ext cx="882120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dirty="0"/>
              <a:t>-&gt; 174 -&gt; 24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33FD0F20-6346-CB44-D575-BD22DD1E6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8406" y="3153920"/>
            <a:ext cx="751884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67C40D-68D0-EE77-283C-BDC6B4938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970" y="3376761"/>
            <a:ext cx="751884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dirty="0"/>
              <a:t>-&gt;26 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247C9028-A515-DD58-91F3-3CF662606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412" y="3846646"/>
            <a:ext cx="751884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dirty="0"/>
              <a:t>-&gt; 138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B21AD069-8BE1-2DEB-4A1C-C2AA69D16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842" y="2493123"/>
            <a:ext cx="751884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sz="1200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E334E8B4-038E-6304-E74F-3DCCE6FD9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970" y="2282203"/>
            <a:ext cx="751884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41526" y="2805113"/>
            <a:ext cx="6742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1107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	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0" y="4287838"/>
            <a:ext cx="2031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   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2031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	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  <p:sp>
        <p:nvSpPr>
          <p:cNvPr id="3" name="Text Box 18">
            <a:extLst>
              <a:ext uri="{FF2B5EF4-FFF2-40B4-BE49-F238E27FC236}">
                <a16:creationId xmlns:a16="http://schemas.microsoft.com/office/drawing/2014/main" id="{8183D77C-2C36-34ED-34A4-9D4E402A6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1934" y="2784207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</a:t>
            </a: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C4175BC9-5B7A-A460-F1A8-F78DC74F1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368" y="3243263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</a:t>
            </a:r>
          </a:p>
        </p:txBody>
      </p:sp>
      <p:sp>
        <p:nvSpPr>
          <p:cNvPr id="5" name="Text Box 18">
            <a:extLst>
              <a:ext uri="{FF2B5EF4-FFF2-40B4-BE49-F238E27FC236}">
                <a16:creationId xmlns:a16="http://schemas.microsoft.com/office/drawing/2014/main" id="{8A47C001-9460-BB75-3A8F-40D0AD008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9265" y="5287427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</a:t>
            </a: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BF6B7BA4-53EE-AF01-6123-C37929FAA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383" y="4763799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</a:t>
            </a:r>
          </a:p>
        </p:txBody>
      </p:sp>
      <p:sp>
        <p:nvSpPr>
          <p:cNvPr id="7" name="Text Box 18">
            <a:extLst>
              <a:ext uri="{FF2B5EF4-FFF2-40B4-BE49-F238E27FC236}">
                <a16:creationId xmlns:a16="http://schemas.microsoft.com/office/drawing/2014/main" id="{F1FB9440-0664-1076-ED80-A566C61B2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368" y="3763055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</a:t>
            </a:r>
          </a:p>
        </p:txBody>
      </p:sp>
      <p:sp>
        <p:nvSpPr>
          <p:cNvPr id="8" name="Text Box 18">
            <a:extLst>
              <a:ext uri="{FF2B5EF4-FFF2-40B4-BE49-F238E27FC236}">
                <a16:creationId xmlns:a16="http://schemas.microsoft.com/office/drawing/2014/main" id="{2B8C0EE7-79C9-952A-C772-93C988D0F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1468" y="4212224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</a:t>
            </a:r>
          </a:p>
        </p:txBody>
      </p:sp>
      <p:sp>
        <p:nvSpPr>
          <p:cNvPr id="9" name="Text Box 18">
            <a:extLst>
              <a:ext uri="{FF2B5EF4-FFF2-40B4-BE49-F238E27FC236}">
                <a16:creationId xmlns:a16="http://schemas.microsoft.com/office/drawing/2014/main" id="{89491895-0726-6AA2-8D8E-49BB15EBC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8471" y="2808079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</a:t>
            </a:r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E2338C4F-7A75-E294-EEBC-37F29AF45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8471" y="3262313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</a:t>
            </a:r>
          </a:p>
        </p:txBody>
      </p:sp>
      <p:sp>
        <p:nvSpPr>
          <p:cNvPr id="11" name="Text Box 18">
            <a:extLst>
              <a:ext uri="{FF2B5EF4-FFF2-40B4-BE49-F238E27FC236}">
                <a16:creationId xmlns:a16="http://schemas.microsoft.com/office/drawing/2014/main" id="{16A02FBE-B97E-0AD0-86A8-0B75E7B4E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447" y="3746992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</a:t>
            </a: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CEF7F311-B583-BCE0-FEF8-2C22FE764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728" y="4221068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</a:t>
            </a: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FB41211D-5BA9-4924-F8C8-58F4D85CF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191" y="472770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</a:t>
            </a: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13523BFA-0B90-35B0-5054-7053FE12D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731" y="5315808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263</Words>
  <Application>Microsoft Office PowerPoint</Application>
  <PresentationFormat>On-screen Show (4:3)</PresentationFormat>
  <Paragraphs>91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William Hernandez</cp:lastModifiedBy>
  <cp:revision>58</cp:revision>
  <cp:lastPrinted>2015-10-07T21:36:22Z</cp:lastPrinted>
  <dcterms:created xsi:type="dcterms:W3CDTF">2003-12-08T11:02:30Z</dcterms:created>
  <dcterms:modified xsi:type="dcterms:W3CDTF">2024-03-07T00:11:18Z</dcterms:modified>
</cp:coreProperties>
</file>