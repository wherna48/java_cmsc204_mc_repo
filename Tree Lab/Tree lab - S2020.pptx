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1" autoAdjust="0"/>
    <p:restoredTop sz="94660"/>
  </p:normalViewPr>
  <p:slideViewPr>
    <p:cSldViewPr>
      <p:cViewPr varScale="1">
        <p:scale>
          <a:sx n="105" d="100"/>
          <a:sy n="105" d="100"/>
        </p:scale>
        <p:origin x="16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3/9/2024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576311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16, 34, 35, 38, 39, 41, 44, 45, 55, 63, 64, 65, 72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45, 38, 34, 16, 35, 41, 39, 44, 65, 63, 55, 64, 72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16, 35, 34, 39, 44, 41, 38, 55, 64, 63, 72, 65, 45      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Height is 4. Nodes on level 2 are 34, 41, 63, 72.	 	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48, -, 7, %, 2, /, 24, *, 18, -, 5, *, 2, +, 12</a:t>
            </a:r>
          </a:p>
          <a:p>
            <a:r>
              <a:rPr lang="en-US" sz="1200" dirty="0">
                <a:latin typeface="Times New Roman" pitchFamily="18" charset="0"/>
              </a:rPr>
              <a:t>((48 – (7%2)) / 24) * ((18-(5*2))+12)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48, 7, 2, %, -, 24, /, 18, 5, 2, *, -, 12, +, *</a:t>
            </a:r>
          </a:p>
          <a:p>
            <a:r>
              <a:rPr lang="en-US" sz="1200" dirty="0">
                <a:latin typeface="Times New Roman" pitchFamily="18" charset="0"/>
              </a:rPr>
              <a:t>48 7 2 % - 24 / 18 5 2 * - 12 + *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20</a:t>
            </a: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940/24 = 39.1667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D45F1-F606-0981-36C0-85A2BC03AEBE}"/>
              </a:ext>
            </a:extLst>
          </p:cNvPr>
          <p:cNvSpPr txBox="1"/>
          <p:nvPr/>
        </p:nvSpPr>
        <p:spPr>
          <a:xfrm>
            <a:off x="2437606" y="2005042"/>
            <a:ext cx="6111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  <a:p>
            <a:r>
              <a:rPr lang="en-US" dirty="0"/>
              <a:t>73</a:t>
            </a:r>
          </a:p>
          <a:p>
            <a:r>
              <a:rPr lang="en-US" dirty="0"/>
              <a:t>21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19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51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45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144">
            <a:extLst>
              <a:ext uri="{FF2B5EF4-FFF2-40B4-BE49-F238E27FC236}">
                <a16:creationId xmlns:a16="http://schemas.microsoft.com/office/drawing/2014/main" id="{E3BBDD76-7D2E-C486-7E73-B08F332E1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626023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35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" name="Oval 144">
            <a:extLst>
              <a:ext uri="{FF2B5EF4-FFF2-40B4-BE49-F238E27FC236}">
                <a16:creationId xmlns:a16="http://schemas.microsoft.com/office/drawing/2014/main" id="{EC74A1EB-BABE-6CB0-BA32-80D403A2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6849" y="2300151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5" name="Oval 144">
            <a:extLst>
              <a:ext uri="{FF2B5EF4-FFF2-40B4-BE49-F238E27FC236}">
                <a16:creationId xmlns:a16="http://schemas.microsoft.com/office/drawing/2014/main" id="{0B9BE53F-D28A-2D16-249A-76925022D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728" y="3853872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6" name="Oval 144">
            <a:extLst>
              <a:ext uri="{FF2B5EF4-FFF2-40B4-BE49-F238E27FC236}">
                <a16:creationId xmlns:a16="http://schemas.microsoft.com/office/drawing/2014/main" id="{0CE73995-4736-90CA-02FA-57FA9DD6D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828" y="3853872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7" name="Oval 144">
            <a:extLst>
              <a:ext uri="{FF2B5EF4-FFF2-40B4-BE49-F238E27FC236}">
                <a16:creationId xmlns:a16="http://schemas.microsoft.com/office/drawing/2014/main" id="{66EFB315-27EE-91E0-B391-A2B37CB73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2896" y="3054466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40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8" name="Oval 144">
            <a:extLst>
              <a:ext uri="{FF2B5EF4-FFF2-40B4-BE49-F238E27FC236}">
                <a16:creationId xmlns:a16="http://schemas.microsoft.com/office/drawing/2014/main" id="{3D74BEB7-4ADE-6ED7-07E1-45C00497D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045322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52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9" name="Oval 144">
            <a:extLst>
              <a:ext uri="{FF2B5EF4-FFF2-40B4-BE49-F238E27FC236}">
                <a16:creationId xmlns:a16="http://schemas.microsoft.com/office/drawing/2014/main" id="{395D7000-F125-3663-E68C-932884609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563" y="3054466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10" name="Oval 144">
            <a:extLst>
              <a:ext uri="{FF2B5EF4-FFF2-40B4-BE49-F238E27FC236}">
                <a16:creationId xmlns:a16="http://schemas.microsoft.com/office/drawing/2014/main" id="{AB2DFF0E-84B6-8652-41ED-C7B63CC57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590" y="3853872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11" name="Oval 144">
            <a:extLst>
              <a:ext uri="{FF2B5EF4-FFF2-40B4-BE49-F238E27FC236}">
                <a16:creationId xmlns:a16="http://schemas.microsoft.com/office/drawing/2014/main" id="{1C4FE3C6-31F0-2939-B8DD-5DB012681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853872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12" name="Oval 144">
            <a:extLst>
              <a:ext uri="{FF2B5EF4-FFF2-40B4-BE49-F238E27FC236}">
                <a16:creationId xmlns:a16="http://schemas.microsoft.com/office/drawing/2014/main" id="{83A43C7E-9EA4-16B2-A7DD-F6626D50B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230" y="2318329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20</a:t>
            </a:r>
            <a:endParaRPr lang="en-US" sz="2400" dirty="0">
              <a:latin typeface="Times New Roman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C38785-71F0-ED7B-6F9E-159440F919CB}"/>
              </a:ext>
            </a:extLst>
          </p:cNvPr>
          <p:cNvCxnSpPr>
            <a:stCxn id="3" idx="3"/>
            <a:endCxn id="12" idx="7"/>
          </p:cNvCxnSpPr>
          <p:nvPr/>
        </p:nvCxnSpPr>
        <p:spPr>
          <a:xfrm flipH="1">
            <a:off x="4512475" y="2016268"/>
            <a:ext cx="736080" cy="369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DA5A1A-1BBD-A3A5-8A28-073FB9D204C7}"/>
              </a:ext>
            </a:extLst>
          </p:cNvPr>
          <p:cNvCxnSpPr>
            <a:stCxn id="12" idx="3"/>
            <a:endCxn id="7" idx="7"/>
          </p:cNvCxnSpPr>
          <p:nvPr/>
        </p:nvCxnSpPr>
        <p:spPr>
          <a:xfrm flipH="1">
            <a:off x="3843141" y="2708574"/>
            <a:ext cx="346044" cy="41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63FBD5-0BB6-E2F0-BA90-04B4B532CD54}"/>
              </a:ext>
            </a:extLst>
          </p:cNvPr>
          <p:cNvCxnSpPr>
            <a:stCxn id="7" idx="3"/>
            <a:endCxn id="5" idx="7"/>
          </p:cNvCxnSpPr>
          <p:nvPr/>
        </p:nvCxnSpPr>
        <p:spPr>
          <a:xfrm flipH="1">
            <a:off x="3260973" y="3444711"/>
            <a:ext cx="258878" cy="476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590E1A-C8B4-7B11-4157-42F4302EFE8F}"/>
              </a:ext>
            </a:extLst>
          </p:cNvPr>
          <p:cNvCxnSpPr>
            <a:stCxn id="7" idx="5"/>
            <a:endCxn id="6" idx="0"/>
          </p:cNvCxnSpPr>
          <p:nvPr/>
        </p:nvCxnSpPr>
        <p:spPr>
          <a:xfrm>
            <a:off x="3843141" y="3444711"/>
            <a:ext cx="416287" cy="409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6100F9-82D0-CF5B-2122-9965A6E821BA}"/>
              </a:ext>
            </a:extLst>
          </p:cNvPr>
          <p:cNvCxnSpPr>
            <a:stCxn id="12" idx="5"/>
            <a:endCxn id="8" idx="1"/>
          </p:cNvCxnSpPr>
          <p:nvPr/>
        </p:nvCxnSpPr>
        <p:spPr>
          <a:xfrm>
            <a:off x="4512475" y="2708574"/>
            <a:ext cx="278880" cy="403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0CD8DE-1B4E-3CBC-8D35-0A22DD1B7E12}"/>
              </a:ext>
            </a:extLst>
          </p:cNvPr>
          <p:cNvCxnSpPr>
            <a:stCxn id="8" idx="5"/>
            <a:endCxn id="11" idx="1"/>
          </p:cNvCxnSpPr>
          <p:nvPr/>
        </p:nvCxnSpPr>
        <p:spPr>
          <a:xfrm>
            <a:off x="5114645" y="3435567"/>
            <a:ext cx="362510" cy="485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678400-BC8C-79FC-E544-34A7F752BA35}"/>
              </a:ext>
            </a:extLst>
          </p:cNvPr>
          <p:cNvCxnSpPr>
            <a:stCxn id="3" idx="5"/>
            <a:endCxn id="4" idx="1"/>
          </p:cNvCxnSpPr>
          <p:nvPr/>
        </p:nvCxnSpPr>
        <p:spPr>
          <a:xfrm>
            <a:off x="5571845" y="2016268"/>
            <a:ext cx="861959" cy="350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FB7D83-3C5C-EE7C-DD8B-B710C89DFACC}"/>
              </a:ext>
            </a:extLst>
          </p:cNvPr>
          <p:cNvCxnSpPr>
            <a:stCxn id="4" idx="4"/>
            <a:endCxn id="9" idx="0"/>
          </p:cNvCxnSpPr>
          <p:nvPr/>
        </p:nvCxnSpPr>
        <p:spPr>
          <a:xfrm flipH="1">
            <a:off x="6216163" y="2757351"/>
            <a:ext cx="379286" cy="297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AF6ACD-1BF5-DB82-3A63-F515EA8410C3}"/>
              </a:ext>
            </a:extLst>
          </p:cNvPr>
          <p:cNvCxnSpPr>
            <a:stCxn id="9" idx="5"/>
          </p:cNvCxnSpPr>
          <p:nvPr/>
        </p:nvCxnSpPr>
        <p:spPr>
          <a:xfrm>
            <a:off x="6377808" y="3444711"/>
            <a:ext cx="780382" cy="545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530</Words>
  <Application>Microsoft Office PowerPoint</Application>
  <PresentationFormat>On-screen Show (4:3)</PresentationFormat>
  <Paragraphs>140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William Hernandez</cp:lastModifiedBy>
  <cp:revision>23</cp:revision>
  <cp:lastPrinted>2016-04-12T17:35:20Z</cp:lastPrinted>
  <dcterms:created xsi:type="dcterms:W3CDTF">2006-11-01T05:42:40Z</dcterms:created>
  <dcterms:modified xsi:type="dcterms:W3CDTF">2024-03-09T19:12:19Z</dcterms:modified>
</cp:coreProperties>
</file>